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C450C0-FE4A-42B0-B40B-C1FA364155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A727A75-8DCC-41C2-9EBE-65730937ED05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0080000" cy="3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800000" y="360"/>
            <a:ext cx="7020000" cy="41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Felix Titling"/>
              </a:rPr>
              <a:t>Amity Institute of Information Technology </a:t>
            </a:r>
            <a:endParaRPr lang="en-IN" sz="2200" b="1" u="none" strike="noStrike">
              <a:solidFill>
                <a:srgbClr val="000000"/>
              </a:solidFill>
              <a:effectLst/>
              <a:uFillTx/>
              <a:latin typeface="Felix Titling"/>
            </a:endParaRPr>
          </a:p>
        </p:txBody>
      </p:sp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0" y="0"/>
            <a:ext cx="108000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144000" y="648000"/>
            <a:ext cx="5616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 sz="1400" b="1">
                <a:solidFill>
                  <a:srgbClr val="B45028"/>
                </a:solidFill>
              </a:defRPr>
            </a:pPr>
            <a:r>
              <a:t>Project Title: MedFlow AI – Intelligent Triage &amp; Scheduling</a:t>
            </a:r>
          </a:p>
        </p:txBody>
      </p:sp>
      <p:sp>
        <p:nvSpPr>
          <p:cNvPr id="11" name=""/>
          <p:cNvSpPr txBox="1"/>
          <p:nvPr/>
        </p:nvSpPr>
        <p:spPr>
          <a:xfrm>
            <a:off x="5760000" y="432000"/>
            <a:ext cx="3996000" cy="685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 sz="1100" b="1"/>
            </a:pPr>
            <a:r>
              <a:t>MCA Student Names:</a:t>
            </a:r>
          </a:p>
          <a:p>
            <a:pPr>
              <a:defRPr sz="1100"/>
            </a:pPr>
            <a:r>
              <a:t>1. Dheeraj Kumar</a:t>
            </a:r>
          </a:p>
        </p:txBody>
      </p:sp>
      <p:sp>
        <p:nvSpPr>
          <p:cNvPr id="12" name="Introduction" title="Introduction"/>
          <p:cNvSpPr/>
          <p:nvPr/>
        </p:nvSpPr>
        <p:spPr>
          <a:xfrm>
            <a:off x="180000" y="1080000"/>
            <a:ext cx="3240000" cy="2700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16000" y="1152360"/>
            <a:ext cx="1944000" cy="46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Introduction 1" title="Introduction"/>
          <p:cNvSpPr/>
          <p:nvPr/>
        </p:nvSpPr>
        <p:spPr>
          <a:xfrm>
            <a:off x="180000" y="3960000"/>
            <a:ext cx="3240000" cy="1584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16000" y="3996720"/>
            <a:ext cx="3024000" cy="85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Technology Used/Working Model Snaps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600000" y="1080000"/>
            <a:ext cx="6300000" cy="2700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636000" y="1152720"/>
            <a:ext cx="1944000" cy="46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Diagram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Introduction 2" title="Introduction"/>
          <p:cNvSpPr/>
          <p:nvPr/>
        </p:nvSpPr>
        <p:spPr>
          <a:xfrm>
            <a:off x="3600000" y="3960000"/>
            <a:ext cx="6300000" cy="1584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636000" y="3961080"/>
            <a:ext cx="2484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Utility/Applications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456" y="1627632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C3C3C"/>
                </a:solidFill>
              </a:defRPr>
            </a:pPr>
            <a:r>
              <a:t>MedFlow AI is an automated clinical assistant designed to optimize hospital patient entry points. By decoupling the architecture into a responsive Web Portal and a FastAPI backend running a LangGraph agent workflow, the system dynamically routes incoming patients to appropriate wards (Emergency, Mental Health, General) and allocates doctors' slots in real-time.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" y="4443984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C3C3C"/>
                </a:solidFill>
              </a:defRPr>
            </a:pPr>
            <a:r>
              <a:t>• Headless Python Backend: FastAPI server.</a:t>
            </a:r>
          </a:p>
          <a:p>
            <a:pPr>
              <a:defRPr sz="900">
                <a:solidFill>
                  <a:srgbClr val="3C3C3C"/>
                </a:solidFill>
              </a:defRPr>
            </a:pPr>
            <a:r>
              <a:t>• Orchestration: LangGraph &amp; LangChain agent.</a:t>
            </a:r>
          </a:p>
          <a:p>
            <a:pPr>
              <a:defRPr sz="900">
                <a:solidFill>
                  <a:srgbClr val="3C3C3C"/>
                </a:solidFill>
              </a:defRPr>
            </a:pPr>
            <a:r>
              <a:t>• LLM Analysis: Llama 3.3 (70B) via Groq API.</a:t>
            </a:r>
          </a:p>
          <a:p>
            <a:pPr>
              <a:defRPr sz="900">
                <a:solidFill>
                  <a:srgbClr val="3C3C3C"/>
                </a:solidFill>
              </a:defRPr>
            </a:pPr>
            <a:r>
              <a:t>• Client Portal: Glassmorphic HTML5 / CSS3 / JS.</a:t>
            </a:r>
          </a:p>
          <a:p>
            <a:pPr>
              <a:defRPr sz="900">
                <a:solidFill>
                  <a:srgbClr val="3C3C3C"/>
                </a:solidFill>
              </a:defRPr>
            </a:pPr>
            <a:r>
              <a:t>• Data: Local persistent CSV files.</a:t>
            </a:r>
          </a:p>
        </p:txBody>
      </p:sp>
      <p:pic>
        <p:nvPicPr>
          <p:cNvPr id="22" name="Picture 21" descr="imag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1554480"/>
            <a:ext cx="5495544" cy="210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39312" y="4443984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C3C3C"/>
                </a:solidFill>
              </a:defRPr>
            </a:pPr>
            <a:r>
              <a:t>• Automated Triage routing bypassing manual reception desk lines.</a:t>
            </a:r>
          </a:p>
          <a:p>
            <a:pPr>
              <a:defRPr sz="900">
                <a:solidFill>
                  <a:srgbClr val="3C3C3C"/>
                </a:solidFill>
              </a:defRPr>
            </a:pPr>
            <a:r>
              <a:t>• Resource Optimization by chronologically calculating doctor scheduling times.</a:t>
            </a:r>
          </a:p>
          <a:p>
            <a:pPr>
              <a:defRPr sz="900">
                <a:solidFill>
                  <a:srgbClr val="3C3C3C"/>
                </a:solidFill>
              </a:defRPr>
            </a:pPr>
            <a:r>
              <a:t>• Incident Logger persisting classification reasoning to CSV audit database.</a:t>
            </a:r>
          </a:p>
          <a:p>
            <a:pPr>
              <a:defRPr sz="900">
                <a:solidFill>
                  <a:srgbClr val="3C3C3C"/>
                </a:solidFill>
              </a:defRPr>
            </a:pPr>
            <a:r>
              <a:t>• Hybrid Guardrails applying keyword safety rules for emergency alerts.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2026-08-06T17:12:31Z</dcterms:created>
  <dc:creator/>
  <dc:description/>
  <dc:language>en-IN</dc:language>
  <cp:lastModifiedBy/>
  <dcterms:modified xsi:type="dcterms:W3CDTF">2026-08-06T17:38:36Z</dcterms:modified>
  <cp:revision>7</cp:revision>
  <dc:subject/>
  <dc:title/>
</cp:coreProperties>
</file>